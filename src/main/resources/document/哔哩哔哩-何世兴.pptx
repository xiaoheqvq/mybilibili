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60" r:id="rId6"/>
    <p:sldId id="265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64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5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8AF96-45F4-41F0-85E4-B1598AB0D4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D1157-CB34-4669-8A0D-33DF2A4947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png"/><Relationship Id="rId7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tags" Target="../tags/tag6.xml"/><Relationship Id="rId4" Type="http://schemas.openxmlformats.org/officeDocument/2006/relationships/image" Target="../media/image8.png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3" Type="http://schemas.openxmlformats.org/officeDocument/2006/relationships/tags" Target="../tags/tag9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png"/><Relationship Id="rId3" Type="http://schemas.openxmlformats.org/officeDocument/2006/relationships/tags" Target="../tags/tag1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Relationship Id="rId3" Type="http://schemas.openxmlformats.org/officeDocument/2006/relationships/tags" Target="../tags/tag1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png"/><Relationship Id="rId3" Type="http://schemas.openxmlformats.org/officeDocument/2006/relationships/tags" Target="../tags/tag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png"/><Relationship Id="rId3" Type="http://schemas.openxmlformats.org/officeDocument/2006/relationships/tags" Target="../tags/tag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tags" Target="../tags/tag1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475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18" y="883063"/>
            <a:ext cx="7837714" cy="50906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395" y="3328475"/>
            <a:ext cx="2042337" cy="360457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79855" y="3429000"/>
            <a:ext cx="8116570" cy="197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华文琥珀" panose="02010800040101010101" charset="-122"/>
                <a:ea typeface="华文琥珀" panose="02010800040101010101" charset="-122"/>
                <a:sym typeface="+mn-ea"/>
              </a:rPr>
              <a:t>基于微信小程序的哔哩哔哩小程序的设计与实现</a:t>
            </a:r>
            <a:endParaRPr lang="en-US" altLang="zh-CN" sz="2400" b="1">
              <a:latin typeface="华文琥珀" panose="02010800040101010101" charset="-122"/>
              <a:ea typeface="华文琥珀" panose="02010800040101010101" charset="-122"/>
            </a:endParaRPr>
          </a:p>
          <a:p>
            <a:endParaRPr lang="en-US" altLang="zh-CN" sz="2400" b="1"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87825" y="44069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——</a:t>
            </a:r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汇报人：何世兴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824" y="975147"/>
            <a:ext cx="8826759" cy="49077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126230" y="2677795"/>
            <a:ext cx="1595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需求分析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97115" y="26777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系统设计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126230" y="36995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页面</a:t>
            </a:r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展示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7397115" y="36995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后续规划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126230" y="46494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课程设计总结与体会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576" y="723264"/>
            <a:ext cx="9461239" cy="51972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52290" y="3100070"/>
            <a:ext cx="3766185" cy="1406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latin typeface="华文琥珀" panose="02010800040101010101" charset="-122"/>
                <a:ea typeface="华文琥珀" panose="02010800040101010101" charset="-122"/>
              </a:rPr>
              <a:t>需求分析</a:t>
            </a:r>
            <a:endParaRPr lang="zh-CN" altLang="en-US" sz="6600"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6820" y="730250"/>
            <a:ext cx="2649220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4870" y="106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需求分析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6820" y="2306955"/>
            <a:ext cx="9793605" cy="415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        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哔哩哔哩小程序的设计目标是提供用户一个便捷、流畅的观看和交互体验，满足用户在移动端的多元化需求。小程序支持用户浏览、搜索和观看视频，包括动画、游戏、音乐等多个领域。用户应能发表评论、点赞、分享等功能应该齐备。同时，小程序具备个性化推荐系统，通过用户的历史行为和兴趣，为其推送更符合个人口味的内容。</a:t>
            </a:r>
            <a:endParaRPr lang="zh-CN" altLang="en-US" sz="2400"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576" y="723264"/>
            <a:ext cx="9461239" cy="51972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52290" y="3100070"/>
            <a:ext cx="3766185" cy="1406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latin typeface="华文琥珀" panose="02010800040101010101" charset="-122"/>
                <a:ea typeface="华文琥珀" panose="02010800040101010101" charset="-122"/>
              </a:rPr>
              <a:t>系统设计</a:t>
            </a:r>
            <a:endParaRPr lang="zh-CN" altLang="en-US" sz="6600"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6820" y="730250"/>
            <a:ext cx="2649220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4870" y="106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系统设计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18235" y="1755775"/>
            <a:ext cx="4977130" cy="42678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951220" y="1600835"/>
            <a:ext cx="4987290" cy="2807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576" y="723264"/>
            <a:ext cx="9461239" cy="51972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52290" y="3100070"/>
            <a:ext cx="3766185" cy="1406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latin typeface="华文琥珀" panose="02010800040101010101" charset="-122"/>
                <a:ea typeface="华文琥珀" panose="02010800040101010101" charset="-122"/>
              </a:rPr>
              <a:t>页面展示</a:t>
            </a:r>
            <a:endParaRPr lang="zh-CN" altLang="en-US" sz="6600"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6820" y="730250"/>
            <a:ext cx="2649220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4870" y="106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页面展示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pic>
        <p:nvPicPr>
          <p:cNvPr id="8" name="图片 7" descr="登录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905" y="2115185"/>
            <a:ext cx="1669415" cy="3342640"/>
          </a:xfrm>
          <a:prstGeom prst="rect">
            <a:avLst/>
          </a:prstGeom>
        </p:spPr>
      </p:pic>
      <p:pic>
        <p:nvPicPr>
          <p:cNvPr id="9" name="图片 8" descr="个人数据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3510" y="2112645"/>
            <a:ext cx="1734185" cy="3343275"/>
          </a:xfrm>
          <a:prstGeom prst="rect">
            <a:avLst/>
          </a:prstGeom>
        </p:spPr>
      </p:pic>
      <p:pic>
        <p:nvPicPr>
          <p:cNvPr id="10" name="图片 9" descr="个人空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5885" y="2112010"/>
            <a:ext cx="1814830" cy="3343910"/>
          </a:xfrm>
          <a:prstGeom prst="rect">
            <a:avLst/>
          </a:prstGeom>
        </p:spPr>
      </p:pic>
      <p:pic>
        <p:nvPicPr>
          <p:cNvPr id="13" name="图片 12" descr="个人空间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730" y="2112010"/>
            <a:ext cx="1763395" cy="3343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6820" y="730250"/>
            <a:ext cx="2649220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4870" y="106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页面展示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pic>
        <p:nvPicPr>
          <p:cNvPr id="7" name="图片 6" descr="首页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680" y="2112645"/>
            <a:ext cx="1840865" cy="3343275"/>
          </a:xfrm>
          <a:prstGeom prst="rect">
            <a:avLst/>
          </a:prstGeom>
        </p:spPr>
      </p:pic>
      <p:pic>
        <p:nvPicPr>
          <p:cNvPr id="11" name="图片 10" descr="首页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0820" y="2113280"/>
            <a:ext cx="1814195" cy="3342640"/>
          </a:xfrm>
          <a:prstGeom prst="rect">
            <a:avLst/>
          </a:prstGeom>
        </p:spPr>
      </p:pic>
      <p:pic>
        <p:nvPicPr>
          <p:cNvPr id="12" name="图片 11" descr="搜索页面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7320" y="2113280"/>
            <a:ext cx="1830705" cy="3342640"/>
          </a:xfrm>
          <a:prstGeom prst="rect">
            <a:avLst/>
          </a:prstGeom>
        </p:spPr>
      </p:pic>
      <p:pic>
        <p:nvPicPr>
          <p:cNvPr id="16" name="图片 15" descr="分类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545" y="2112010"/>
            <a:ext cx="1733550" cy="3343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3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6820" y="730250"/>
            <a:ext cx="2649220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4870" y="106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页面展示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pic>
        <p:nvPicPr>
          <p:cNvPr id="4" name="图片 3" descr="投稿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4640" y="1997075"/>
            <a:ext cx="1901825" cy="3458845"/>
          </a:xfrm>
          <a:prstGeom prst="rect">
            <a:avLst/>
          </a:prstGeom>
        </p:spPr>
      </p:pic>
      <p:pic>
        <p:nvPicPr>
          <p:cNvPr id="8" name="图片 7" descr="投稿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395" y="1997075"/>
            <a:ext cx="1925320" cy="3570605"/>
          </a:xfrm>
          <a:prstGeom prst="rect">
            <a:avLst/>
          </a:prstGeom>
        </p:spPr>
      </p:pic>
      <p:pic>
        <p:nvPicPr>
          <p:cNvPr id="10" name="图片 9" descr="我的关注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705" y="1997075"/>
            <a:ext cx="1944370" cy="3570605"/>
          </a:xfrm>
          <a:prstGeom prst="rect">
            <a:avLst/>
          </a:prstGeom>
        </p:spPr>
      </p:pic>
      <p:pic>
        <p:nvPicPr>
          <p:cNvPr id="13" name="图片 12" descr="我的收藏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0760" y="1997075"/>
            <a:ext cx="2007235" cy="3570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3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6820" y="730250"/>
            <a:ext cx="2649220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4870" y="106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页面展示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pic>
        <p:nvPicPr>
          <p:cNvPr id="7" name="图片 6" descr="视频详情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095" y="1791970"/>
            <a:ext cx="2037715" cy="3570605"/>
          </a:xfrm>
          <a:prstGeom prst="rect">
            <a:avLst/>
          </a:prstGeom>
        </p:spPr>
      </p:pic>
      <p:pic>
        <p:nvPicPr>
          <p:cNvPr id="9" name="图片 8" descr="视频详情页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0345" y="1791970"/>
            <a:ext cx="2003425" cy="3570605"/>
          </a:xfrm>
          <a:prstGeom prst="rect">
            <a:avLst/>
          </a:prstGeom>
        </p:spPr>
      </p:pic>
      <p:pic>
        <p:nvPicPr>
          <p:cNvPr id="11" name="图片 10" descr="视频详情页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4305" y="1791970"/>
            <a:ext cx="1965960" cy="3570605"/>
          </a:xfrm>
          <a:prstGeom prst="rect">
            <a:avLst/>
          </a:prstGeom>
        </p:spPr>
      </p:pic>
      <p:pic>
        <p:nvPicPr>
          <p:cNvPr id="12" name="图片 11" descr="历史记录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6010" y="1791970"/>
            <a:ext cx="1910715" cy="35699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576" y="723264"/>
            <a:ext cx="9461239" cy="51972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52290" y="3100070"/>
            <a:ext cx="3766185" cy="1406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latin typeface="华文琥珀" panose="02010800040101010101" charset="-122"/>
                <a:ea typeface="华文琥珀" panose="02010800040101010101" charset="-122"/>
              </a:rPr>
              <a:t>后续规划</a:t>
            </a:r>
            <a:endParaRPr lang="zh-CN" altLang="en-US" sz="6600"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6820" y="730250"/>
            <a:ext cx="2649220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4870" y="106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后续</a:t>
            </a:r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规划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6820" y="2831465"/>
            <a:ext cx="9793605" cy="415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        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后续，会使用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Netty + Websocket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实现群聊和单聊和视频通话功能。使用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FastDFS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实现本地存储，使用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RabbitMQ+Redis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实现限时秒杀功能，构建购物模块，使用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Vue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搭建前端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网站。</a:t>
            </a:r>
            <a:endParaRPr lang="zh-CN" altLang="en-US" sz="2400">
              <a:effectLst/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576" y="723264"/>
            <a:ext cx="9461239" cy="51972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12975" y="3172460"/>
            <a:ext cx="7766050" cy="1406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latin typeface="华文琥珀" panose="02010800040101010101" charset="-122"/>
                <a:ea typeface="华文琥珀" panose="02010800040101010101" charset="-122"/>
              </a:rPr>
              <a:t>课程设计总结与</a:t>
            </a:r>
            <a:r>
              <a:rPr lang="zh-CN" altLang="en-US" sz="6600">
                <a:latin typeface="华文琥珀" panose="02010800040101010101" charset="-122"/>
                <a:ea typeface="华文琥珀" panose="02010800040101010101" charset="-122"/>
              </a:rPr>
              <a:t>体会</a:t>
            </a:r>
            <a:endParaRPr lang="zh-CN" altLang="en-US" sz="6600"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26820" y="730250"/>
            <a:ext cx="2649220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4870" y="10687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课程设计总结与</a:t>
            </a:r>
            <a:r>
              <a:rPr lang="zh-CN" altLang="en-US" sz="2400">
                <a:latin typeface="华文琥珀" panose="02010800040101010101" charset="-122"/>
                <a:ea typeface="华文琥珀" panose="02010800040101010101" charset="-122"/>
              </a:rPr>
              <a:t>体会</a:t>
            </a:r>
            <a:endParaRPr lang="zh-CN" altLang="en-US" sz="2400"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6820" y="1868170"/>
            <a:ext cx="9793605" cy="415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        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写项目之前，学了黑马的苍穹外卖，智链的基于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SSM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的电脑商城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SpringBoot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、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Redis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、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Mybatis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、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Redis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等技术。想着自己独立写一个项目做课设，后面就可以开摆了。在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b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站刷到一个别人做的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vue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的哔哩哔哩网站，在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CSDN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看了一下类似的项目结构，从国庆开始，根据自己想添加的功能学相应的技术，过程中学了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Docker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、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ElasticSearch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、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RocketMQ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、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WebSocket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、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Netty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、等技术，本来是用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uni-app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做前端，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SpringBoot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做后端，后来按照课设要求，又学习了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egg.js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（阿里出的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N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ode.js 后端 web 框架），直到</a:t>
            </a: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11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</a:rPr>
              <a:t>号才写完，用了两个半月，巩固了自己所学的知识，深刻认识到自己的不足，</a:t>
            </a:r>
            <a:r>
              <a:rPr lang="zh-CN" altLang="zh-CN" sz="2400" dirty="0">
                <a:effectLst/>
                <a:latin typeface="方正粗黑宋简体" panose="02000000000000000000" charset="-122"/>
                <a:ea typeface="方正粗黑宋简体" panose="02000000000000000000" charset="-122"/>
                <a:cs typeface="Times New Roman" panose="02020603050405020304" pitchFamily="18" charset="0"/>
                <a:sym typeface="+mn-ea"/>
              </a:rPr>
              <a:t>还需要主动了解和掌握更多的知识，并在课外更多的学习，开阔自己的视野。</a:t>
            </a:r>
            <a:endParaRPr lang="zh-CN" altLang="zh-CN" sz="2400" dirty="0">
              <a:effectLst/>
              <a:latin typeface="方正粗黑宋简体" panose="02000000000000000000" charset="-122"/>
              <a:ea typeface="方正粗黑宋简体" panose="02000000000000000000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81137"/>
            <a:ext cx="12092473" cy="69391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02" y="0"/>
            <a:ext cx="11215396" cy="664381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41880" y="1224280"/>
            <a:ext cx="7408545" cy="41954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commondata" val="eyJoZGlkIjoiYzYwYmNkZmQ0YzIyMTQ0M2I1NjA0YjZhNDg1YjA5Mm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WPS 演示</Application>
  <PresentationFormat>宽屏</PresentationFormat>
  <Paragraphs>47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仿宋</vt:lpstr>
      <vt:lpstr>华文中宋</vt:lpstr>
      <vt:lpstr>华文新魏</vt:lpstr>
      <vt:lpstr>华文彩云</vt:lpstr>
      <vt:lpstr>华文琥珀</vt:lpstr>
      <vt:lpstr>华文细黑</vt:lpstr>
      <vt:lpstr>华文行楷</vt:lpstr>
      <vt:lpstr>方正姚体</vt:lpstr>
      <vt:lpstr>方正粗黑宋简体</vt:lpstr>
      <vt:lpstr>Times New Roman</vt:lpstr>
      <vt:lpstr>微软雅黑 Light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世兴 何</dc:creator>
  <cp:lastModifiedBy>美好</cp:lastModifiedBy>
  <cp:revision>3</cp:revision>
  <dcterms:created xsi:type="dcterms:W3CDTF">2024-01-12T06:40:00Z</dcterms:created>
  <dcterms:modified xsi:type="dcterms:W3CDTF">2024-01-12T08:49:00Z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5FDF784AC1BA431AB1478F17732DBE5A_13</vt:lpwstr>
  </property>
  <property fmtid="{D5CDD505-2E9C-101B-9397-08002B2CF9AE}" pid="3" name="KSOProductBuildVer">
    <vt:lpwstr>2052-12.1.0.16120</vt:lpwstr>
  </property>
</Properties>
</file>